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Sales Performance — Last 7 Days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6FA8DC"/>
                </a:solidFill>
              </a:defRPr>
            </a:pPr>
            <a:r>
              <a:t>Theme: modern_corporate • Generated 2025-11-05 12:34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4E79"/>
                </a:solidFill>
              </a:defRPr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1A1A1A"/>
                </a:solidFill>
              </a:defRPr>
            </a:pPr>
            <a:r>
              <a:t>Orders: 541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Rows: 1,787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Revenue: ₹2,679,161.87</a:t>
            </a:r>
          </a:p>
          <a:p>
            <a:pPr>
              <a:defRPr sz="2000">
                <a:solidFill>
                  <a:srgbClr val="1A1A1A"/>
                </a:solidFill>
              </a:defRPr>
            </a:pPr>
            <a:r>
              <a:t>AOV: ₹4,952.24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Channels</a:t>
            </a:r>
          </a:p>
        </p:txBody>
      </p:sp>
      <p:pic>
        <p:nvPicPr>
          <p:cNvPr id="3" name="Picture 2" descr="sales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