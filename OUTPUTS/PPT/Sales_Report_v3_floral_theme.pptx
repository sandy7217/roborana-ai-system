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9B51E0"/>
                </a:solidFill>
              </a:defRPr>
            </a:pPr>
            <a:r>
              <a:t>Sales Report — Last 14 Days</a:t>
            </a:r>
          </a:p>
          <a:p>
            <a:pPr>
              <a:defRPr sz="2000">
                <a:solidFill>
                  <a:srgbClr val="F299C1"/>
                </a:solidFill>
              </a:defRPr>
            </a:pPr>
            <a:r>
              <a:t>Generated 05 Nov 2025, 12:43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© RoboRana AI — Automated Insight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9B51E0"/>
                </a:solidFill>
              </a:defRPr>
            </a:pPr>
            <a:r>
              <a:t>Performance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Orders: 543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Revenue: ₹2,684,732.87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AOV: ₹4,944.26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© RoboRana AI — Automated Insight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Top Channels by Revenue</a:t>
            </a:r>
          </a:p>
        </p:txBody>
      </p:sp>
      <p:pic>
        <p:nvPicPr>
          <p:cNvPr id="3" name="Picture 2" descr="Top_Channels_b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180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© RoboRana AI — Automated Insight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AI Insights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ads_pla: ['row_number: 187 | campaign_id: CMP759719 | campaign_name: High Inventory- Low Visibility part 2 | adgroup_id: ADG759721 | adgroup_name: High Inv Visibility drop part 2 | adgroup_targetting_type: Auto Targeting | Style_id: 26471410 | sku: NM301-4Blue | product_name: Nayam By Lakshita Floral Printed Panelled Pure Cotton A line Kurta With Trouser | adgroup_status: ADGROUP_STATUS_DAILY_BUDGET_MET | campaign_status: DAILY_BUDGET_MET | impressions: 1754 | clicks: 25 | ctr: 1.43 | cvr: 0.0 | avg_cpc: 1.9 | budget_spend: 47.5 | units_sold_direct: 0 | units_sold_indirect: 0 | units_sold_total: 0 | direct_revenue: 0.0 | indirect_revenue: 0.0 | total_revenue: 0.0 | roi_direct: 0.0 | roi_indirect: 0.0 | roi_total: 0.0', 'row_number: 67 | campaign_id: CMP759719 | campaign_name: High Inventory- Low Visibility part 2 | adgroup_id: ADG759721 | adgroup_name: High Inv Visibility drop part 2 | adgroup_targetting_type: Auto Targeting | Style_id: 30802374 | sku: NM431-20Teal | product_name: Nayam By Lakshita Floral Printed Mandarin Collar A-Line Kurta | adgroup_status: ADGROUP_STATUS_DAILY_BUDGET_MET | campaign_status: DAILY_BUDGET_MET | impressions: 571 | clicks: 27 | ctr: 4.73 | cvr: 0.0 | avg_cpc: 1.9 | budget_spend: 51.3 | units_sold_direct: 0 | units_sold_indirect: 0 | units_sold_total: 0 | direct_revenue: 0.0 | indirect_revenue: 0.0 | total_revenue: 0.0 | roi_direct: 0.0 | roi_indirect: 0.0 | roi_total: 0.0', 'row_number: 87 | campaign_id: CMP759719 | campaign_name: High Inventory- Low Visibility part 2 | adgroup_id: ADG759721 | adgroup_name: High Inv Visibility drop part 2 | adgroup_targetting_type: Auto Targeting | Style_id: 28882244 | sku: NM632-Red | product_name: Nayam By Lakshita Round Neck Regular Mukaish Straight Kurta with Palazzos &amp; With Dupatta | adgroup_status: ADGROUP_STATUS_DAILY_BUDGET_MET | campaign_status: DAILY_BUDGET_MET | impressions: 756 | clicks: 4 | ctr: 0.53 | cvr: 0.0 | avg_cpc: 1.9 | budget_spend: 7.6 | units_sold_direct: 0 | units_sold_indirect: 0 | units_sold_total: 0 | direct_revenue: 0.0 | indirect_revenue: 0.0 | total_revenue: 0.0 | roi_direct: 0.0 | roi_indirect: 0.0 | roi_total: 0.0', 'row_number: 39 | campaign_id: CMP759699 | campaign_name: High Inv_ Visibility Drop | adgroup_id: ADG759701 | adgroup_name: High Inv Visibility drop | adgroup_targetting_type: Auto Targeting | Style_id: 25001988 | sku: 23SSNM014-7Fuchsia | product_name: Nayam By Lakshita Floral Yoke Design Sequinned Linen Sequinned Kurti | adgroup_status: ADGROUP_STATUS_DAILY_BUDGET_MET | campaign_status: DAILY_BUDGET_MET | impressions: 2891 | clicks: 51 | ctr: 1.76 | cvr: 0.0 | avg_cpc: 1.9 | budget_spend: 96.9 | units_sold_direct: 0 | units_sold_indirect: 0 | units_sold_total: 0 | direct_revenue: 0.0 | indirect_revenue: 0.0 | total_revenue: 0.0 | roi_direct: 0.0 | roi_indirect: 0.0 | roi_total: 0.0', 'row_number: 58 | campaign_id: CMP759699 | campaign_name: High Inv_ Visibility Drop | adgroup_id: ADG759701 | adgroup_name: High Inv Visibility drop | adgroup_targetting_type: Auto Targeting | Style_id: 24158688 | sku: 23SSNM352-18ARust | product_name: Nayam By Lakshita Floral Printed Flared Sleeves Sequinned Chanderi Cotton Kurta | adgroup_status: ADGROUP_STATUS_DAILY_BUDGET_MET | campaign_status: DAILY_BUDGET_MET | impressions: 3260 | clicks: 83 | ctr: 2.55 | cvr: 2.41 | avg_cpc: 1.9 | budget_spend: 157.7 | units_sold_direct: 0 | units_sold_indirect: 2 | units_sold_total: 2 | direct_revenue: 0.0 | indirect_revenue: 2457.77 | total_revenue: 2457.77 | roi_direct: 0.0 | roi_indirect: 15.59 | roi_total: 15.59']</a:t>
            </a:r>
          </a:p>
          <a:p>
            <a:r>
              <a:t>ads_visibility: ['row_number: 513 | Style Id: 33046246 | SKU: NM1193-Peach | list_count: 24420 | pdp_count: 1962 | atc_count: 61 | qty_count: 12 | cons: 0.0803 | conv: 0.0061', 'row_number: 344 | Style Id: 31766426 | SKU: NM940-Peach | list_count: 49784 | pdp_count: 8983 | atc_count: 173 | qty_count: 18 | cons: 0.1804 | conv: 0.002', 'row_number: 592 | Style Id: 27956660 | SKU: NM443-PEACH | list_count: 18997 | pdp_count: 1367 | atc_count: 55 | qty_count: 8 | cons: 0.072 | conv: 0.0059', 'row_number: 392 | Style Id: 33961662 | SKU: NM1140-Peach | list_count: 38671 | pdp_count: 3368 | atc_count: 119 | qty_count: 20 | cons: 0.0871 | conv: 0.0059', 'row_number: 197 | Style Id: 34443784 | SKU: NM1062-Teal | list_count: 90776 | pdp_count: 1912 | atc_count: 20 | qty_count: 1 | cons: 0.0211 | conv: 0.0005']</a:t>
            </a:r>
          </a:p>
          <a:p>
            <a:r>
              <a:t>sales: ['Sale Order Item Code: 10778882697, Display Order Code: e7f2a9b1-1217-4efe-9969-9d8ff4c7a6f1, Notification Email: **************, Require Customization: False, COD: 1.0, Shipping Address Id: 114743819.0, Category: Kurta Sets, Shipping Address Name: *******, Shipping Address Line 1: ******************************************, Shipping Address Line 2: ********, Shipping Address City: Rajouri, Shipping Address State: Jammu &amp; Kashmir, Shipping Address Country: IN, Shipping Address Pincode: 185151.0, Shipping Address Phone: **********, Billing Address Id: 114743819.0, Billing Address Name: *******, Billing Address Line 1: ******************************************, Billing Address Line 2: ********, Billing Address City: Rajouri, Billing Address State: Jammu &amp; Kashmir, Billing Address Country: IN, Billing Address Pincode: 185151.0, Billing Address Phone: **********, Shipping Method: STD, Item SKU Code: NMAW075-Purple-XL, Channel Product Id: NMAW075-Purple-XL, Item Type Color: Purple, Item Type Brand: Nayam By Lakshita, Channel Name: MYNTRAPPMP, SKU Require Customization: False, Gift Wrap: False, HSN Code: 61061000.0, MRP: 4995.0, Total Price: 2248.0, Selling Price: 2248.0, Prepaid Amount: 0.0, Discount: 2747.0, GST Tax Type Code: GST-12, Shipping Charges: 0.0, Shipping Method Charges: 0.0, COD Service Charges: 0.0, Gift Wrap Charges: 0.0, Packet Number: 0.0, Order Date as dd/mm/yyyy hh:MM:ss: 2025-10-31 15:03:20, Sale Order Code: e7f2a9b1-1217-4efe-9969-9d8ff4c7a6f1, On Hold: False, Sale Order Status: CANCELLED, Priority: 0.0, Currency: INR, Currency Conversion Rate: 1.0, Sale Order Item Status: CANCELLED, Shipping Arranged By: Channel, Facility: nayam, Created: 2025-10-31 15:03:24, Updated: 2025-10-31 15:08:16, Fulfillment TAT: 2025-11-01 14:00:00, Seller SKU Code: NMAW075-Purple-XL, Channel Shipping: True, Order id: 10778882697, SKU: NMAW075-Purple-XL, Item Type Name: Kurta set for Women, SKU Name: Kurta set for Women', 'Sale Order Item Code: 10778882697, Display Order Code: e7f2a9b1-1217-4efe-9969-9d8ff4c7a6f1, Notification Email: **************, Require Customization: False, COD: 1.0, Shipping Address Id: 114743819.0, Category: Kurta Sets, Shipping Address Name: *******, Shipping Address Line 1: ******************************************, Shipping Address Line 2: ********, Shipping Address City: Rajouri, Shipping Address State: Jammu &amp; Kashmir, Shipping Address Country: IN, Shipping Address Pincode: 185151.0, Shipping Address Phone: **********, Billing Address Id: 114743819.0, Billing Address Name: *******, Billing Address Line 1: ******************************************, Billing Address Line 2: ********, Billing Address City: Rajouri, Billing Address State: Jammu &amp; Kashmir, Billing Address Country: IN, Billing Address Pincode: 185151.0, Billing Address Phone: **********, Shipping Method: STD, Item SKU Code: NMAW075-Purple-XL, Channel Product Id: NMAW075-Purple-XL, Item Type Color: Purple, Item Type Brand: Nayam By Lakshita, Channel Name: MYNTRAPPMP, SKU Require Customization: False, Gift Wrap: False, HSN Code: 61061000.0, MRP: 4995.0, Total Price: 2248.0, Selling Price: 2248.0, Prepaid Amount: 0.0, Discount: 2747.0, GST Tax Type Code: GST-12, Shipping Charges: 0.0, Shipping Method Charges: 0.0, COD Service Charges: 0.0, Gift Wrap Charges: 0.0, Packet Number: 0.0, Order Date as dd/mm/yyyy hh:MM:ss: 2025-10-31 15:03:20, Sale Order Code: e7f2a9b1-1217-4efe-9969-9d8ff4c7a6f1, On Hold: False, Sale Order Status: CANCELLED, Priority: 0.0, Currency: INR, Currency Conversion Rate: 1.0, Sale Order Item Status: CANCELLED, Shipping Arranged By: Channel, Facility: nayam, Created: 2025-10-31 15:03:24, Updated: 2025-10-31 15:08:16, Fulfillment TAT: 2025-11-01 14:00:00, Seller SKU Code: NMAW075-Purple-XL, Channel Shipping: True, Order id: 10778882697, SKU: NMAW075-Purple-XL, Item Type Name: Kurta set for Women, SKU Name: Kurta set for Women', 'Sale Order Item Code: 10778882697, Display Order Code: e7f2a9b1-1217-4efe-9969-9d8ff4c7a6f1, Notification Email: **************, Require Customization: False, COD: 1.0, Shipping Address Id: 114743819.0, Category: Kurta Sets, Shipping Address Name: *******, Shipping Address Line 1: ******************************************, Shipping Address Line 2: ********, Shipping Address City: Rajouri, Shipping Address State: Jammu &amp; Kashmir, Shipping Address Country: IN, Shipping Address Pincode: 185151.0, Shipping Address Phone: **********, Billing Address Id: 114743819.0, Billing Address Name: *******, Billing Address Line 1: ******************************************, Billing Address Line 2: ********, Billing Address City: Rajouri, Billing Address State: Jammu &amp; Kashmir, Billing Address Country: IN, Billing Address Pincode: 185151.0, Billing Address Phone: **********, Shipping Method: STD, Item SKU Code: NMAW075-Purple-XL, Channel Product Id: NMAW075-Purple-XL, Item Type Color: Purple, Item Type Brand: Nayam By Lakshita, Channel Name: MYNTRAPPMP, SKU Require Customization: False, Gift Wrap: False, HSN Code: 61061000.0, MRP: 4995.0, Total Price: 2248.0, Selling Price: 2248.0, Prepaid Amount: 0.0, Discount: 2747.0, GST Tax Type Code: GST-12, Shipping Charges: 0.0, Shipping Method Charges: 0.0, COD Service Charges: 0.0, Gift Wrap Charges: 0.0, Packet Number: 0.0, Order Date as dd/mm/yyyy hh:MM:ss: 2025-10-31 15:03:20, Sale Order Code: e7f2a9b1-1217-4efe-9969-9d8ff4c7a6f1, On Hold: False, Sale Order Status: CANCELLED, Priority: 0.0, Currency: INR, Currency Conversion Rate: 1.0, Sale Order Item Status: CANCELLED, Shipping Arranged By: Channel, Facility: nayam, Created: 2025-10-31 15:03:24, Updated: 2025-10-31 15:08:16, Fulfillment TAT: 2025-11-01 14:00:00, Seller SKU Code: NMAW075-Purple-XL, Channel Shipping: True, Order id: 10778882697, SKU: NMAW075-Purple-XL, Item Type Name: Kurta set for Women, SKU Name: Kurta set for Women', 'Sale Order Item Code: 10778882697, Display Order Code: e7f2a9b1-1217-4efe-9969-9d8ff4c7a6f1, Notification Email: **************, Require Customization: False, COD: 1.0, Shipping Address Id: 114743819.0, Category: Kurta Sets, Shipping Address Name: *******, Shipping Address Line 1: ******************************************, Shipping Address Line 2: ********, Shipping Address City: Rajouri, Shipping Address State: Jammu &amp; Kashmir, Shipping Address Country: IN, Shipping Address Pincode: 185151.0, Shipping Address Phone: **********, Billing Address Id: 114743819.0, Billing Address Name: *******, Billing Address Line 1: ******************************************, Billing Address Line 2: ********, Billing Address City: Rajouri, Billing Address State: Jammu &amp; Kashmir, Billing Address Country: IN, Billing Address Pincode: 185151.0, Billing Address Phone: **********, Shipping Method: STD, Item SKU Code: NMAW075-Purple-XL, Channel Product Id: NMAW075-Purple-XL, Item Type Color: Purple, Item Type Brand: Nayam By Lakshita, Channel Name: MYNTRAPPMP, SKU Require Customization: False, Gift Wrap: False, HSN Code: 61061000.0, MRP: 4995.0, Total Price: 2248.0, Selling Price: 2248.0, Prepaid Amount: 0.0, Discount: 2747.0, GST Tax Type Code: GST-12, Shipping Charges: 0.0, Shipping Method Charges: 0.0, COD Service Charges: 0.0, Gift Wrap Charges: 0.0, Packet Number: 0.0, Order Date as dd/mm/yyyy hh:MM:ss: 2025-10-31 15:03:20, Sale Order Code: e7f2a9b1-1217-4efe-9969-9d8ff4c7a6f1, On Hold: False, Sale Order Status: CANCELLED, Priority: 0.0, Currency: INR, Currency Conversion Rate: 1.0, Sale Order Item Status: CANCELLED, Shipping Arranged By: Channel, Facility: nayam, Created: 2025-10-31 15:03:24, Updated: 2025-10-31 15:08:16, Fulfillment TAT: 2025-11-01 14:00:00, Seller SKU Code: NMAW075-Purple-XL, Channel Shipping: True, Order id: 10778882697, SKU: NMAW075-Purple-XL, Item Type Name: Kurta set for Women, SKU Name: Kurta set for Women', 'Sale Order Item Code: 10778882697, Display Order Code: e7f2a9b1-1217-4efe-9969-9d8ff4c7a6f1, Notification Email: **************, Require Customization: False, COD: 1.0, Shipping Address Id: 114743819.0, Category: Kurta Sets, Shipping Address Name: *******, Shipping Address Line 1: ******************************************, Shipping Address Line 2: ********, Shipping Address City: Rajouri, Shipping Address State: Jammu &amp; Kashmir, Shipping Address Country: IN, Shipping Address Pincode: 185151.0, Shipping Address Phone: **********, Billing Address Id: 114743819.0, Billing Address Name: *******, Billing Address Line 1: ******************************************, Billing Address Line 2: ********, Billing Address City: Rajouri, Billing Address State: Jammu &amp; Kashmir, Billing Address Country: IN, Billing Address Pincode: 185151.0, Billing Address Phone: **********, Shipping Method: STD, Item SKU Code: NMAW075-Purple-XL, Channel Product Id: NMAW075-Purple-XL, Item Type Color: Purple, Item Type Brand: Nayam By Lakshita, Channel Name: MYNTRAPPMP, SKU Require Customization: False, Gift Wrap: False, HSN Code: 61061000.0, MRP: 4995.0, Total Price: 2248.0, Selling Price: 2248.0, Prepaid Amount: 0.0, Discount: 2747.0, GST Tax Type Code: GST-12, Shipping Charges: 0.0, Shipping Method Charges: 0.0, COD Service Charges: 0.0, Gift Wrap Charges: 0.0, Packet Number: 0.0, Order Date as dd/mm/yyyy hh:MM:ss: 2025-10-31 15:03:20, Sale Order Code: e7f2a9b1-1217-4efe-9969-9d8ff4c7a6f1, On Hold: False, Sale Order Status: CANCELLED, Priority: 0.0, Currency: INR, Currency Conversion Rate: 1.0, Sale Order Item Status: CANCELLED, Shipping Arranged By: Channel, Facility: nayam, Created: 2025-10-31 15:03:24, Updated: 2025-10-31 15:08:16, Fulfillment TAT: 2025-11-01 14:00:00, Seller SKU Code: NMAW075-Purple-XL, Channel Shipping: True, Order id: 10778882697, SKU: NMAW075-Purple-XL, Item Type Name: Kurta set for Women, SKU Name: Kurta set for Women']</a:t>
            </a:r>
          </a:p>
          <a:p>
            <a:r>
              <a:t>returns: ['Date: 31-10-2025, Sale Order Number: 10778645-ab57-47d2-a03f-a0eb4783143e, Invoice number: NMS/25-26/107035, Channel entry: MYNTRAPPMP, Channel Ledger: MYNTRAPPMP, Product Name: Floral Wool Blend Kurta Set with Swarovski Work &amp; Dupatta, Product SKU Code: NMAW115-Mustard-XL, Qty: 1.0, Unit Price: 2140.95, Currency: INR, conversion rate: 1.0, Total: 2248.0, Customer Name: *************, Shipping Address Name: *************, Shipping Address Line 1: ***********************************************************************************************************, Shipping Address Line 2: *****, Shipping Address City: Patiala, Shipping Address State: Punjab, Shipping Address Country: IN, Shipping Address Pincode: 147001, Shipping Address Phone: **********, Shipping Provider: flipkartlogistics, AWB num: MYSC1222757548, Sales: 2140.95, Sales Ledger: Interstate GST5.0%, CGST: 0.0, CGST Rate: CGST0.0%, SGST: 0.0, SGST Rate: SGST0.0%, IGST: 107.05, IGST Rate: IGST5.0%, UTGST: 0.0, UTGST Rate: UTGST0.0%, CESS: 0.0, CESS Rate: Cess Rate0.0%, Other charges: 0.0, Other charges Ledger: Shipping Charges, Other charges1: 0.0, Other charges Ledger1: COD Charges, Discount Amount: 2747.0, IMEI: {"itemSealId":"mp184898101"}, Godown: Home Location, Dispatch Date/Cancellation Date: 2025-10-23 08:39:52, Narration: Invoice Code: I0926KE000078212, Entity: CREDIT_NOTE, Voucher Type Name: Credit Note, Original Invoice Date: 23-10-2025, Original Invoice No: I0926KE000078212, Invoice Channel Created: 23-10-2025, Channel_Party GSTIN: 09AAECK0384L1Z8, Billing Party Code: nayam, Tax Verification: 0.0, GST Registration Type: Consumer, RP Code: NMSP/25-26/268252, Product HSN Code: 61061000.0, Return Type: Courier Return', 'Date: 31-10-2025, Sale Order Number: 1916ce0e-01c6-4999-a401-ab8bd6193add, Invoice number: NMS/25-26/107022, Channel entry: MYNTRAPPMP, Channel Ledger: MYNTRAPPMP, Product Name: Floral Wool Blend Kurta Set with Swarovski Work &amp; Dupatta, Product SKU Code: NMAW115-Mustard-L, Qty: 1.0, Unit Price: 2140.96, Currency: INR, conversion rate: 1.0, Total: 2248.0, Customer Name: *****************, Shipping Address Name: *****************, Shipping Address Line 1: ****************************************************************************, Shipping Address Line 2: **********************, Shipping Address City: Greater Noida, Shipping Address State: Uttar Pradesh, Shipping Address Country: IN, Shipping Address Pincode: 201306, Shipping Address Phone: **********, Shipping Provider: ML, AWB num: MYSR1163798251, Sales: 2140.96, Sales Ledger: Local GST5.0%, CGST: 53.52, CGST Rate: CGST2.5%, SGST: 53.52, SGST Rate: SGST2.5%, IGST: 0.0, IGST Rate: IGST0.0%, UTGST: 0.0, UTGST Rate: UTGST0.0%, CESS: 0.0, CESS Rate: Cess Rate0.0%, Other charges: 0.0, Other charges Ledger: Shipping Charges, Other charges1: 0.0, Other charges Ledger1: COD Charges, Discount Amount: 2747.0, IMEI: {"itemSealId":"mp184892204"}, Godown: Home Location, Dispatch Date/Cancellation Date: 2025-10-18 09:57:04, Narration: Invoice Code: I0926KE000076887, Entity: CREDIT_NOTE, Voucher Type Name: Credit Note, Original Invoice Date: 18-10-2025, Original Invoice No: I0926KE000076887, Invoice Channel Created: 18-10-2025, Channel_Party GSTIN: 09AAECK0384L1Z8, Billing Party Code: nayam, Tax Verification: 0.0, GST Registration Type: Consumer, RP Code: NMRP/25-26/104364, Product HSN Code: 61061000.0, Return Type: Customer Return', 'Date: 31-10-2025, Sale Order Number: 1916ce0e-01c6-4999-a401-ab8bd6193add, Invoice number: NMS/25-26/107009, Channel entry: MYNTRAPPMP, Channel Ledger: MYNTRAPPMP, Product Name: Floral Wool Blend Kurta Set with Swarovski Work &amp; Dupatta, Product SKU Code: NMAW115-Ivory-L, Qty: 1.0, Unit Price: 2108.56, Currency: INR, conversion rate: 1.0, Total: 2214.0, Customer Name: *****************, Shipping Address Name: *****************, Shipping Address Line 1: ****************************************************************************, Shipping Address Line 2: **********************, Shipping Address City: Greater Noida, Shipping Address State: Uttar Pradesh, Shipping Address Country: IN, Shipping Address Pincode: 201306, Shipping Address Phone: **********, Shipping Provider: ML, AWB num: MYSR1163797456, Sales: 2108.56, Sales Ledger: Local GST5.0%, CGST: 52.72, CGST Rate: CGST2.5%, SGST: 52.72, SGST Rate: SGST2.5%, IGST: 0.0, IGST Rate: IGST0.0%, UTGST: 0.0, UTGST Rate: UTGST0.0%, CESS: 0.0, CESS Rate: Cess Rate0.0%, Other charges: 0.0, Other charges Ledger: Shipping Charges, Other charges1: 0.0, Other charges Ledger1: COD Charges, Discount Amount: 2781.0, IMEI: {"itemSealId":"mp184892146"}, Godown: Home Location, Dispatch Date/Cancellation Date: 2025-10-18 09:57:04, Narration: Invoice Code: I0926KE000076887, Entity: CREDIT_NOTE, Voucher Type Name: Credit Note, Original Invoice Date: 18-10-2025, Original Invoice No: I0926KE000076887, Invoice Channel Created: 18-10-2025, Channel_Party GSTIN: 09AAECK0384L1Z8, Billing Party Code: nayam, Tax Verification: 0.0, GST Registration Type: Consumer, RP Code: NMRP/25-26/104363, Product HSN Code: 61061000.0, Return Type: Customer Return', 'Date: 31-10-2025, Sale Order Number: a180991b-08e9-4001-a86a-f313fb6325d3, Invoice number: NMS/25-26/107098, Channel entry: MYNTRAPPMP, Channel Ledger: MYNTRAPPMP, Product Name: Floral Wool Blend Kurta Set with Swarovski Work &amp; Dupatta, Product SKU Code: NMAW115-Mustard-M, Qty: 1.0, Unit Price: 2140.95, Currency: INR, conversion rate: 1.0, Total: 2248.0, Customer Name: **************, Shipping Address Name: **************, Shipping Address Line 1: *******************************************************, Shipping Address Line 2: ************, Shipping Address City: Jhalawar, Shipping Address State: Rajasthan, Shipping Address Country: IN, Shipping Address Pincode: 326001, Shipping Address Phone: **********, Shipping Provider: ML, AWB num: MYER1046920441, Sales: 2140.95, Sales Ledger: Interstate GST5.0%, CGST: 0.0, CGST Rate: CGST0.0%, SGST: 0.0, SGST Rate: SGST0.0%, IGST: 107.05, IGST Rate: IGST5.0%, UTGST: 0.0, UTGST Rate: UTGST0.0%, CESS: 0.0, CESS Rate: Cess Rate0.0%, Other charges: 0.0, Other charges Ledger: Shipping Charges, Other charges1: 0.0, Other charges Ledger1: COD Charges, Discount Amount: 2747.0, IMEI: {"itemSealId":"mp184893434"}, Godown: Home Location, Dispatch Date/Cancellation Date: 2025-10-16 10:20:46, Narration: Invoice Code: I0926KE000076190, Entity: CREDIT_NOTE, Voucher Type Name: Credit Note, Original Invoice Date: 16-10-2025, Original Invoice No: I0926KE000076190, Invoice Channel Created: 16-10-2025, Channel_Party GSTIN: 09AAECK0384L1Z8, Billing Party Code: nayam, Tax Verification: 0.0, GST Registration Type: Consumer, RP Code: NMRP/25-26/104609, Product HSN Code: 61061000.0, Return Type: Customer Return', 'Date: 31-10-2025, Sale Order Number: 87795d75-16ea-4b05-b729-7fe56160b111, Invoice number: NMS/25-26/106955, Channel entry: MYNTRAPPMP, Channel Ledger: MYNTRAPPMP, Product Name: Floral Wool Blend Kurta Set with Swarovski Work &amp; Dupatta, Product SKU Code: NMAW115-Ivory-XL, Qty: 1.0, Unit Price: 2140.95, Currency: INR, conversion rate: 1.0, Total: 2248.0, Customer Name: ***************, Shipping Address Name: ***************, Shipping Address Line 1: *******************************************************, Shipping Address Line 2: ***********, Shipping Address City: Patna, Shipping Address State: Bihar, Shipping Address Country: IN, Shipping Address Pincode: 800002, Shipping Address Phone: **********, Shipping Provider: ML, AWB num: MYSR1163238252, Sales: 2140.95, Sales Ledger: Interstate GST5.0%, CGST: 0.0, CGST Rate: CGST0.0%, SGST: 0.0, SGST Rate: SGST0.0%, IGST: 107.05, IGST Rate: IGST5.0%, UTGST: 0.0, UTGST Rate: UTGST0.0%, CESS: 0.0, CESS Rate: Cess Rate0.0%, Other charges: 0.0, Other charges Ledger: Shipping Charges, Other charges1: 0.0, Other charges Ledger1: COD Charges, Discount Amount: 2747.0, IMEI: {"itemSealId":"mp184894953"}, Godown: Home Location, Dispatch Date/Cancellation Date: 2025-10-13 10:19:47, Narration: Invoice Code: I0926KE000074951, Entity: CREDIT_NOTE, Voucher Type Name: Credit Note, Original Invoice Date: 13-10-2025, Original Invoice No: I0926KE000074951, Invoice Channel Created: 13-10-2025, Channel_Party GSTIN: 09AAECK0384L1Z8, Billing Party Code: nayam, Tax Verification: 0.0, GST Registration Type: Consumer, RP Code: NMRP/25-26/103854, Product HSN Code: 61061000.0, Return Type: Customer Return']</a:t>
            </a:r>
          </a:p>
          <a:p>
            <a:r>
              <a:t>inventory: ['Facility: nayam | Item Type Name: nan | Item SkuCode: NM926-Mauve-M | EAN: nan | UPC: nan | ISBN: nan | Color: Mauve | Size: M | Brand: Nayam By Lakshita | Category Name: Kurta Sets | MRP: 3695.0 | Open Sale: 0 | Inventory: 1 | Inventory Blocked: 0 | Bad Inventory: 0 | Putaway Pending: 0 | Pending Inventory Assessment: 0 | Stock In Transfer: 0 | Open Purchase: 0 | Enabled: True | Updated: 2025-06-27 15:02:37 | Cost Price: 748.0', 'Facility: nayam | Item Type Name: nan | Item SkuCode: NM926-Mauve-M | EAN: nan | UPC: nan | ISBN: nan | Color: Mauve | Size: M | Brand: Nayam By Lakshita | Category Name: Kurta Sets | MRP: 3695.0 | Open Sale: 0 | Inventory: 1 | Inventory Blocked: 0 | Bad Inventory: 0 | Putaway Pending: 0 | Pending Inventory Assessment: 0 | Stock In Transfer: 0 | Open Purchase: 0 | Enabled: True | Updated: 2025-06-27 15:02:37 | Cost Price: 748.0', 'Facility: nayam | Item Type Name: nan | Item SkuCode: NM926-Mauve-M | EAN: nan | UPC: nan | ISBN: nan | Color: Mauve | Size: M | Brand: Nayam By Lakshita | Category Name: Kurta Sets | MRP: 3695.0 | Open Sale: 0 | Inventory: 1 | Inventory Blocked: 0 | Bad Inventory: 0 | Putaway Pending: 0 | Pending Inventory Assessment: 0 | Stock In Transfer: 0 | Open Purchase: 0 | Enabled: True | Updated: 2025-06-27 15:02:37 | Cost Price: 748.0', 'Facility: nayam | Item Type Name: nan | Item SkuCode: 23SSNM051-Beige-M | EAN: nan | UPC: nan | ISBN: nan | Color: Beige | Size: M | Brand: Nayam By Lakshita | Category Name: Kurta Sets | MRP: 3495.0 | Open Sale: 0 | Inventory: 1 | Inventory Blocked: 0 | Bad Inventory: 0 | Putaway Pending: 0 | Pending Inventory Assessment: 0 | Stock In Transfer: 0 | Open Purchase: 0 | Enabled: True | Updated: 2025-10-05 03:55:09 | Cost Price: 814.0', 'Facility: nayam | Item Type Name: nan | Item SkuCode: 23SSNM051-Beige-M | EAN: nan | UPC: nan | ISBN: nan | Color: Beige | Size: M | Brand: Nayam By Lakshita | Category Name: Kurta Sets | MRP: 3495.0 | Open Sale: 0 | Inventory: 1 | Inventory Blocked: 0 | Bad Inventory: 0 | Putaway Pending: 0 | Pending Inventory Assessment: 0 | Stock In Transfer: 0 | Open Purchase: 0 | Enabled: True | Updated: 2025-10-05 03:55:09 | Cost Price: 814.0']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© RoboRana AI — Automated Insight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