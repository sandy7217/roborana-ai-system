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Sales Report — Last 7 Days</a:t>
            </a:r>
          </a:p>
          <a:p>
            <a:pPr>
              <a:defRPr sz="2000">
                <a:solidFill>
                  <a:srgbClr val="6FA8DC"/>
                </a:solidFill>
              </a:defRPr>
            </a:pPr>
            <a:r>
              <a:t>Generated 10 Nov 2025, 15:13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t>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Orders: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Revenue: ₹0.00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AOV: ₹0.00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AI Insights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ads_pla: ['row_number: 187 | campaign_id: CMP759719 | campaign_name: High Inventory- Low Visibility part 2 | adgroup_id: ADG759721 | adgroup_name: High Inv Visibility drop part 2 | adgroup_targetting_type: Auto Targeting | Style_id: 26471410 | sku: NM301-4Blue | product_name: Nayam By Lakshita Floral Printed Panelled Pure Cotton A line Kurta With Trouser | adgroup_status: ADGROUP_STATUS_DAILY_BUDGET_MET | campaign_status: DAILY_BUDGET_MET | impressions: 1754 | clicks: 25 | ctr: 1.43 | cvr: 0.0 | avg_cpc: 1.9 | budget_spend: 47.5 | units_sold_direct: 0 | units_sold_indirect: 0 | units_sold_total: 0 | direct_revenue: 0.0 | indirect_revenue: 0.0 | total_revenue: 0.0 | roi_direct: 0.0 | roi_indirect: 0.0 | roi_total: 0.0', 'row_number: 67 | campaign_id: CMP759719 | campaign_name: High Inventory- Low Visibility part 2 | adgroup_id: ADG759721 | adgroup_name: High Inv Visibility drop part 2 | adgroup_targetting_type: Auto Targeting | Style_id: 30802374 | sku: NM431-20Teal | product_name: Nayam By Lakshita Floral Printed Mandarin Collar A-Line Kurta | adgroup_status: ADGROUP_STATUS_DAILY_BUDGET_MET | campaign_status: DAILY_BUDGET_MET | impressions: 571 | clicks: 27 | ctr: 4.73 | cvr: 0.0 | avg_cpc: 1.9 | budget_spend: 51.3 | units_sold_direct: 0 | units_sold_indirect: 0 | units_sold_total: 0 | direct_revenue: 0.0 | indirect_revenue: 0.0 | total_revenue: 0.0 | roi_direct: 0.0 | roi_indirect: 0.0 | roi_total: 0.0', 'row_number: 87 | campaign_id: CMP759719 | campaign_name: High Inventory- Low Visibility part 2 | adgroup_id: ADG759721 | adgroup_name: High Inv Visibility drop part 2 | adgroup_targetting_type: Auto Targeting | Style_id: 28882244 | sku: NM632-Red | product_name: Nayam By Lakshita Round Neck Regular Mukaish Straight Kurta with Palazzos &amp; With Dupatta | adgroup_status: ADGROUP_STATUS_DAILY_BUDGET_MET | campaign_status: DAILY_BUDGET_MET | impressions: 756 | clicks: 4 | ctr: 0.53 | cvr: 0.0 | avg_cpc: 1.9 | budget_spend: 7.6 | units_sold_direct: 0 | units_sold_indirect: 0 | units_sold_total: 0 | direct_revenue: 0.0 | indirect_revenue: 0.0 | total_revenue: 0.0 | roi_direct: 0.0 | roi_indirect: 0.0 | roi_total: 0.0', 'row_number: 39 | campaign_id: CMP759699 | campaign_name: High Inv_ Visibility Drop | adgroup_id: ADG759701 | adgroup_name: High Inv Visibility drop | adgroup_targetting_type: Auto Targeting | Style_id: 25001988 | sku: 23SSNM014-7Fuchsia | product_name: Nayam By Lakshita Floral Yoke Design Sequinned Linen Sequinned Kurti | adgroup_status: ADGROUP_STATUS_DAILY_BUDGET_MET | campaign_status: DAILY_BUDGET_MET | impressions: 2891 | clicks: 51 | ctr: 1.76 | cvr: 0.0 | avg_cpc: 1.9 | budget_spend: 96.9 | units_sold_direct: 0 | units_sold_indirect: 0 | units_sold_total: 0 | direct_revenue: 0.0 | indirect_revenue: 0.0 | total_revenue: 0.0 | roi_direct: 0.0 | roi_indirect: 0.0 | roi_total: 0.0', 'row_number: 58 | campaign_id: CMP759699 | campaign_name: High Inv_ Visibility Drop | adgroup_id: ADG759701 | adgroup_name: High Inv Visibility drop | adgroup_targetting_type: Auto Targeting | Style_id: 24158688 | sku: 23SSNM352-18ARust | product_name: Nayam By Lakshita Floral Printed Flared Sleeves Sequinned Chanderi Cotton Kurta | adgroup_status: ADGROUP_STATUS_DAILY_BUDGET_MET | campaign_status: DAILY_BUDGET_MET | impressions: 3260 | clicks: 83 | ctr: 2.55 | cvr: 2.41 | avg_cpc: 1.9 | budget_spend: 157.7 | units_sold_direct: 0 | units_sold_indirect: 2 | units_sold_total: 2 | direct_revenue: 0.0 | indirect_revenue: 2457.77 | total_revenue: 2457.77 | roi_direct: 0.0 | roi_indirect: 15.59 | roi_total: 15.59']</a:t>
            </a:r>
          </a:p>
          <a:p>
            <a:r>
              <a:t>ads_visibility: ['row_number: 513 | Style Id: 33046246 | SKU: NM1193-Peach | list_count: 24420 | pdp_count: 1962 | atc_count: 61 | qty_count: 12 | cons: 0.0803 | conv: 0.0061', 'row_number: 344 | Style Id: 31766426 | SKU: NM940-Peach | list_count: 49784 | pdp_count: 8983 | atc_count: 173 | qty_count: 18 | cons: 0.1804 | conv: 0.002', 'row_number: 592 | Style Id: 27956660 | SKU: NM443-PEACH | list_count: 18997 | pdp_count: 1367 | atc_count: 55 | qty_count: 8 | cons: 0.072 | conv: 0.0059', 'row_number: 392 | Style Id: 33961662 | SKU: NM1140-Peach | list_count: 38671 | pdp_count: 3368 | atc_count: 119 | qty_count: 20 | cons: 0.0871 | conv: 0.0059', 'row_number: 197 | Style Id: 34443784 | SKU: NM1062-Teal | list_count: 90776 | pdp_count: 1912 | atc_count: 20 | qty_count: 1 | cons: 0.0211 | conv: 0.0005']</a:t>
            </a:r>
          </a:p>
          <a:p>
            <a:r>
              <a:t>sales: ['Sale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Women']</a:t>
            </a:r>
          </a:p>
          <a:p>
            <a:r>
              <a:t>returns: ['Date: 04-11-2025, Sale Order Number: aa971d19-205a-44c4-b4a7-1645a5d63fce, Invoice number: NMS/25-26/107790, Channel entry: MYNTRAPPMP, Channel Ledger: MYNTRAPPMP, Product Name: Floral Wool Blend Kurta Set with Swarovski Work &amp; Dupatta, Product SKU Code: NMAW115-Mustard-XL, Qty: 1.0, Unit Price: 2140.95, Currency: INR, conversion rate: 1.0, Total: 2248.0, Customer Name: ************, Shipping Address Name: ************, Shipping Address Line 1: ***************************************************************************, Shipping Address Line 2: ******, Shipping Address City: Bagaha, Shipping Address State: Bihar, Shipping Address Country: IN, Shipping Address Pincode: 845101, Shipping Address Phone: **********, Shipping Provider: ML, AWB num: MYSR1163914325,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{"itemSealId":"mp184897950"}, Godown: Home Location, Dispatch Date/Cancellation Date: 2025-10-09 10:16:05, Narration: Invoice Code: I0926KE000073792, Entity: CREDIT_NOTE, Voucher Type Name: Credit Note, Original Invoice Date: 09-10-2025, Original Invoice No: I0926KE000073792, Invoice Channel Created: 09-10-2025, Channel_Party GSTIN: 09AAECK0384L1Z8, Billing Party Code: nayam, Tax Verification: 0.0, GST Registration Type: Consumer, RP Code: NMRP/25-26/104425, Product HSN Code: 61061000.0, Return Type: Customer Return, __unique_id__: 93282', 'Date: 03-11-2025, Sale Order Number: 189577bc-6ec6-4669-959b-c3435969284e, Invoice number: NMS/25-26/107660, Channel entry: MYNTRAPPMP, Channel Ledger: MYNTRAPPMP, Product Name: Floral Wool Blend Kurta Set with Swarovski Work &amp; Dupatta, Product SKU Code: NMAW115-Mustard-XL, Qty: 1.0, Unit Price: 2140.95, Currency: INR, conversion rate: 1.0, Total: 2248.0, Customer Name: ****************, Shipping Address Name: ****************, Shipping Address Line 1: **********************************************************************, Shipping Address Line 2: *********, Shipping Address City: Mandi, Shipping Address State: Himachal Pradesh, Shipping Address Country: IN, Shipping Address Pincode: 175001, Shipping Address Phone: **********, Shipping Provider: ML, AWB num: MYSR1164496830,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{"itemSealId":"mp184899401"}, Godown: Home Location, Dispatch Date/Cancellation Date: 2025-10-20 08:49:19, Narration: Invoice Code: I0926KE000077509, Entity: CREDIT_NOTE, Voucher Type Name: Credit Note, Original Invoice Date: 20-10-2025, Original Invoice No: I0926KE000077509, Invoice Channel Created: 20-10-2025, Channel_Party GSTIN: 09AAECK0384L1Z8, Billing Party Code: nayam, Tax Verification: 0.0, GST Registration Type: Consumer, RP Code: NMRP/25-26/105030, Product HSN Code: 61061000.0, Return Type: Customer Return, __unique_id__: 93138', 'Date: 04-11-2025, Sale Order Number: aa971d19-205a-44c4-b4a7-1645a5d63fce, Invoice number: NMS/25-26/107803, Channel entry: MYNTRAPPMP, Channel Ledger: MYNTRAPPMP, Product Name: Floral Wool Blend Kurta Set with Swarovski Work &amp; Dupatta, Product SKU Code: NMAW115-Ivory-XL, Qty: 1.0, Unit Price: 2140.95, Currency: INR, conversion rate: 1.0, Total: 2248.0, Customer Name: ************, Shipping Address Name: ************, Shipping Address Line 1: ***************************************************************************, Shipping Address Line 2: ******, Shipping Address City: Bagaha, Shipping Address State: Bihar, Shipping Address Country: IN, Shipping Address Pincode: 845101, Shipping Address Phone: **********, Shipping Provider: ML, AWB num: MYSR1163913994,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{"itemSealId":"mp184897763"}, Godown: Home Location, Dispatch Date/Cancellation Date: 2025-10-09 10:16:05, Narration: Invoice Code: I0926KE000073792, Entity: CREDIT_NOTE, Voucher Type Name: Credit Note, Original Invoice Date: 09-10-2025, Original Invoice No: I0926KE000073792, Invoice Channel Created: 09-10-2025, Channel_Party GSTIN: 09AAECK0384L1Z8, Billing Party Code: nayam, Tax Verification: 0.0, GST Registration Type: Consumer, RP Code: NMRP/25-26/104428, Product HSN Code: 61061000.0, Return Type: Customer Return, __unique_id__: 93295', 'Date: 01-11-2025, Sale Order Number: c073fae4-4ac3-41a9-aa83-4c57770ff1af, Invoice number: NMS/25-26/107243, Channel entry: MYNTRAPPMP, Channel Ledger: MYNTRAPPMP, Product Name: Floral Wool Blend Kurta Set with Swarovski Work &amp; Dupatta, Product SKU Code: NMAW115-Mustard-S, Qty: 1.0, Unit Price: 2140.95, Currency: INR, conversion rate: 1.0, Total: 2248.0, Customer Name: ***********, Shipping Address Name: ***********, Shipping Address Line 1: *********************************************************************************************************, Shipping Address Line 2: ********, Shipping Address City: Haldwani, Shipping Address State: Uttarakhand, Shipping Address Country: IN, Shipping Address Pincode: 263139, Shipping Address Phone: **********, Shipping Provider: ML, AWB num: MYSR1163735076,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{"itemSealId":"mp184892160"}, Godown: Home Location, Dispatch Date/Cancellation Date: 2025-10-18 09:57:03, Narration: Invoice Code: I0926KE000076937, Entity: CREDIT_NOTE, Voucher Type Name: Credit Note, Original Invoice Date: 18-10-2025, Original Invoice No: I0926KE000076937, Invoice Channel Created: 18-10-2025, Channel_Party GSTIN: 09AAECK0384L1Z8, Billing Party Code: nayam, Tax Verification: 0.0, GST Registration Type: Consumer, RP Code: NMRP/25-26/104917, Product HSN Code: 61061000.0, Return Type: Customer Return, __unique_id__: 92782', 'Date: 01-11-2025, Sale Order Number: e39025e3-26ec-46a1-9aa7-075e9d95e68e, Invoice number: NMS/25-26/107170, Channel entry: MYNTRAPPMP, Channel Ledger: MYNTRAPPMP, Product Name: Floral Wool Blend Kurta Set with Swarovski Work &amp; Dupatta, Product SKU Code: NMAW115-Mustard-XL, Qty: 1.0, Unit Price: 2140.95, Currency: INR, conversion rate: 1.0, Total: 2248.0, Customer Name: *****************, Shipping Address Name: *****************, Shipping Address Line 1: *****************************************************************, Shipping Address Line 2: ********, Shipping Address City: Zirakpur, Shipping Address State: Punjab, Shipping Address Country: IN, Shipping Address Pincode: 140603, Shipping Address Phone: **********, Shipping Provider: ML, AWB num: MYSR1163410511,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{"itemSealId":"mp184897119"}, Godown: Home Location, Dispatch Date/Cancellation Date: 2025-10-17 10:05:29, Narration: Invoice Code: I0926KE000076636, Entity: CREDIT_NOTE, Voucher Type Name: Credit Note, Original Invoice Date: 17-10-2025, Original Invoice No: I0926KE000076636, Invoice Channel Created: 17-10-2025, Channel_Party GSTIN: 09AAECK0384L1Z8, Billing Party Code: nayam, Tax Verification: 0.0, GST Registration Type: Consumer, RP Code: NMRP/25-26/104167, Product HSN Code: 61061000.0, Return Type: Customer Return, __unique_id__: 92709']</a:t>
            </a:r>
          </a:p>
          <a:p>
            <a:r>
              <a:t>inventory: ['Facility: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23SSNM051-Beige-M | EAN: nan | UPC: nan | ISBN: nan | Color: Beige | Size: M | Brand: Nayam By Lakshita | Category Name: Kurta Sets | MRP: 3495.0 | Open Sale: 0 | Inventory: 1 | Inventory Blocked: 0 | Bad Inventory: 0 | Putaway Pending: 0 | Pending Inventory Assessment: 0 | Stock In Transfer: 0 | Open Purchase: 0 | Enabled: True | Updated: 2025-10-05 03:55:09 | Cost Price: 814.0', 'Facility: nayam | Item Type Name: nan | Item SkuCode: 23SSNM051-Beige-M | EAN: nan | UPC: nan | ISBN: nan | Color: Beige | Size: M | Brand: Nayam By Lakshita | Category Name: Kurta Sets | MRP: 3495.0 | Open Sale: 0 | Inventory: 1 | Inventory Blocked: 0 | Bad Inventory: 0 | Putaway Pending: 0 | Pending Inventory Assessment: 0 | Stock In Transfer: 0 | Open Purchase: 0 | Enabled: True | Updated: 2025-10-05 03:55:09 | Cost Price: 814.0']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Hive Mind Context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</a:p>
          <a:p>
            <a:r>
              <a:t>        ### Hive Collective Summary:</a:t>
            </a:r>
          </a:p>
          <a:p>
            <a:r>
              <a:t>        ### 🧠 Hive Mind Intelligence Summary</a:t>
            </a:r>
          </a:p>
          <a:p/>
          <a:p>
            <a:r>
              <a:t>**Recent Analytical Insights:**</a:t>
            </a:r>
          </a:p>
          <a:p>
            <a:r>
              <a:t>- (2025-11-05 16:54:39) **Sales Agent** → ### 1️⃣ Key SKU-level Metrics: </a:t>
            </a:r>
          </a:p>
          <a:p>
            <a:r>
              <a:t>- The top-selling SKU based on recent sales data is the "Embroidered Wool Blend Kurta Set with Full Sleeves" in Maroon color and XL size, under the category "Kurta Sets".</a:t>
            </a:r>
          </a:p>
          <a:p>
            <a:r>
              <a:t>- The total sales over the last 11 days for this SKU amounted to $2,684,732.87 with an average order value of $1497.34. </a:t>
            </a:r>
          </a:p>
          <a:p>
            <a:r>
              <a:t>- From the CSV data, over the last 784 days, we had total sales of $328,396,229.51 from 256,979 orders, with an average order value of $1277.91.</a:t>
            </a:r>
          </a:p>
          <a:p/>
          <a:p>
            <a:r>
              <a:t>### 2️⃣ Trend Summary:</a:t>
            </a:r>
          </a:p>
          <a:p>
            <a:r>
              <a:t>- Sales have increased by 12% on the Myntra platform last week, indicating a positive growth trend. </a:t>
            </a:r>
          </a:p>
          <a:p>
            <a:r>
              <a:t>- However, an increasing Return To Origin (RTO) rate was observed for festive kurtas, indicating a potential risk.</a:t>
            </a:r>
          </a:p>
          <a:p>
            <a:r>
              <a:t>- Seasonality is also evident with the high demand for Kurta Sets, particularly during the festive season.</a:t>
            </a:r>
          </a:p>
          <a:p/>
          <a:p>
            <a:r>
              <a:t>### 3️⃣ Recommended Actions:</a:t>
            </a:r>
          </a:p>
          <a:p>
            <a:r>
              <a:t>- Monitor the sales performance of high-demand products and align marketing efforts with these trends.</a:t>
            </a:r>
          </a:p>
          <a:p>
            <a:r>
              <a:t>- Investigate the increasing RTO rate for festive kurtas, identify the reasons, and take corrective action.</a:t>
            </a:r>
          </a:p>
          <a:p>
            <a:r>
              <a:t>- Review the demand forecasts for low-stock SKUs and adjust the reordering policies to prevent stockouts. For overstocked SKUs, consider promotional activities or price reductions.</a:t>
            </a:r>
          </a:p>
          <a:p>
            <a:r>
              <a:t>- Evaluate the performance of the top-performing ads and identify the success factors that can be replicated in future campaigns.</a:t>
            </a:r>
          </a:p>
          <a:p/>
          <a:p>
            <a:r>
              <a:t>### 4️⃣ Short Insights for Hive Mind:</a:t>
            </a:r>
          </a:p>
          <a:p>
            <a:r>
              <a:t>- The high demand for "Kurta Sets" should be incorporated into the Hive Mind for future sales forecasts and inventory planning.</a:t>
            </a:r>
          </a:p>
          <a:p>
            <a:r>
              <a:t>- The notable increase in RTO for festive kurtas should be updated in the Hive Mind to help in understanding the return patterns and for future return rate predictions.</a:t>
            </a:r>
          </a:p>
          <a:p>
            <a:r>
              <a:t>- The inventory details, particularly the high percentage of low-stock SKUs, should be integrated into the Hive Mind for efficient invento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